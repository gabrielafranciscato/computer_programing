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11990"/>
    <p:restoredTop sz="86429"/>
  </p:normalViewPr>
  <p:slideViewPr>
    <p:cSldViewPr snapToGrid="0">
      <p:cViewPr>
        <p:scale>
          <a:sx n="65" d="100"/>
          <a:sy n="65" d="100"/>
        </p:scale>
        <p:origin x="488" y="10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EFA8B-470D-7744-B66B-AEBE965DB358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17F08-B2B3-D74B-A31E-D4FB2556A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88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17F08-B2B3-D74B-A31E-D4FB2556A5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0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17F08-B2B3-D74B-A31E-D4FB2556A5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6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17F08-B2B3-D74B-A31E-D4FB2556A5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5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9268-4EEC-75F8-90F6-793EF90E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8B427-B9DD-33CA-1936-4A81DE770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818F0-12E2-CFFF-7BD2-B5D657928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1EC31-D177-8DDB-4099-613176F1C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17F08-B2B3-D74B-A31E-D4FB2556A5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8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686A-BC81-FF4C-2BC7-61DFFAC66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EA91D-F0A2-7A01-5E55-6494B9E08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964F9-477A-5518-2C9A-ECCFF7C9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BCB51-594F-5487-F2A7-84844ADC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ED988-3E98-54A7-3668-2286CB07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0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351D-A6E5-25A4-9B9C-4AA7038C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E73AC-3AC9-3E6B-6158-32D46CE9B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0F7FD-976C-02DA-04FF-7DF1559E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E41BE-9FB7-5FFA-BD90-E7D5C5DC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276FB-D3CE-15B1-7518-C2B231C4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4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A66C-9660-2127-4F91-BCEF371D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ACBD8-9084-91F4-740E-7311062E3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4268-7FB7-15F0-2584-271EE8F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5C66B-BDCF-87A7-0CDA-5B8FCE9E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64E3E-BFEB-E7CA-AD63-FDD21A4D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412E-E301-6A63-BB3F-BC49D949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03F4-053F-31B4-B195-0AF2FDC31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F3F7C-9E1B-D4B8-2515-080AE3343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993DE-33C3-0F6A-2D43-B8634EDC4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A4080-5DF3-3122-6913-A1FEC698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8EA3F-D87B-56EF-B034-5674D287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4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A618-CE9E-4ECA-C277-A90A017A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4FB83-7DF8-B791-0270-BF155C2E6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7F71D-616B-CB56-04E8-4AC24B475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AEB11-D06A-D217-485F-87CF6C115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954D7-B354-7654-EE7E-FF24B10BA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1B904-09E7-C933-F8DC-6B0BFBD9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D4239-BE84-8B1C-C3AB-6EB4037EE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D210D-9DD1-5187-E248-B8BE6F68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2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37442-1B1A-E999-36F6-2196E853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9BF62-7962-4DE6-38CC-FB9F0110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91B91-CB23-82AD-91B9-52AF95A9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2550-C0ED-7C11-45E0-79A51C83D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4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303C3-1950-68DF-70BE-195E3147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62A1C-8292-F71E-726F-9834BE81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FAF9B-7DF4-0369-842A-7F528371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5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C28F-7FAA-AFF5-ED57-7B7842202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D363-C2E5-FC0E-9B37-40356BD4F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119AA-EF9F-6370-B06F-993C5F54C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1DCC1-1CB0-7E48-A427-8E5DD7EE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0BC7-3F06-77DF-40DD-744D6A0C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DCBAC-928A-9B8F-039F-303B2E9A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6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3F29-9E07-424B-24CB-F0868433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665D3-92D0-7332-1727-6536C5799C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37CE8-9163-6553-5F4D-E532AE444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B4961-880A-1C22-5407-11B0950F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EB7A7-C912-9CD4-FEC8-2D08F7AC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3921C-7CF5-ABBE-13F8-7CA316A3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0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11B5-232F-45F7-193C-4B0F5993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C2C63-25ED-A506-9B77-F7B67B28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EE87B-8C97-27A5-9A6F-FC1D9241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964B3-D3B2-8955-BA64-A6BBFF31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E0A21-27B4-E72C-A4CD-2FE6B3C4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ECFE2-56A2-FB59-5A94-D63E3DA6D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A7319-EC4C-CA65-8133-22FF0FE66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85F8F-B2AC-0F11-0FBA-D5432EBE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C4F3E-AEF7-DC83-21C1-21A90591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4CA66-6EE0-EB6D-B8D4-E261F6DE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92292-0DA2-7001-83FF-C042D5B8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4950D-9F10-0536-19CA-C0B4A32FD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6A360-CC56-BC07-230D-D4E77D481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025EF-3FC9-8545-BFE5-FA740AA2C61F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92996-8ABE-1D70-C85E-D323F680F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A82AF-5349-803C-64BF-BF0E5D173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CFB4E-23E6-9D46-842B-60ED77C3A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>
            <a:extLst>
              <a:ext uri="{FF2B5EF4-FFF2-40B4-BE49-F238E27FC236}">
                <a16:creationId xmlns:a16="http://schemas.microsoft.com/office/drawing/2014/main" id="{6CAB0AE6-6491-DEB9-E164-379CB4519E34}"/>
              </a:ext>
            </a:extLst>
          </p:cNvPr>
          <p:cNvSpPr/>
          <p:nvPr/>
        </p:nvSpPr>
        <p:spPr>
          <a:xfrm>
            <a:off x="5562358" y="85430"/>
            <a:ext cx="1067284" cy="271787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7C612C96-6B81-A035-6EA2-164A2F999076}"/>
              </a:ext>
            </a:extLst>
          </p:cNvPr>
          <p:cNvSpPr/>
          <p:nvPr/>
        </p:nvSpPr>
        <p:spPr>
          <a:xfrm>
            <a:off x="4278314" y="995767"/>
            <a:ext cx="3635371" cy="650928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number1, number2, number3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144124ED-1DAB-3BF3-4753-8D0F0B0B98E9}"/>
              </a:ext>
            </a:extLst>
          </p:cNvPr>
          <p:cNvSpPr/>
          <p:nvPr/>
        </p:nvSpPr>
        <p:spPr>
          <a:xfrm>
            <a:off x="4965182" y="2385813"/>
            <a:ext cx="2261634" cy="914400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= number1 +number+number3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1648DEB0-394B-9EE5-7C6C-4A1DA4C01D00}"/>
              </a:ext>
            </a:extLst>
          </p:cNvPr>
          <p:cNvSpPr/>
          <p:nvPr/>
        </p:nvSpPr>
        <p:spPr>
          <a:xfrm>
            <a:off x="4965182" y="4036382"/>
            <a:ext cx="2261635" cy="476573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= total / 3</a:t>
            </a:r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B7608A65-9F25-3436-5725-066B0BFDFFD8}"/>
              </a:ext>
            </a:extLst>
          </p:cNvPr>
          <p:cNvSpPr/>
          <p:nvPr/>
        </p:nvSpPr>
        <p:spPr>
          <a:xfrm>
            <a:off x="4435096" y="5156852"/>
            <a:ext cx="3321807" cy="611428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average</a:t>
            </a:r>
          </a:p>
        </p:txBody>
      </p:sp>
      <p:sp>
        <p:nvSpPr>
          <p:cNvPr id="16" name="Terminator 15">
            <a:extLst>
              <a:ext uri="{FF2B5EF4-FFF2-40B4-BE49-F238E27FC236}">
                <a16:creationId xmlns:a16="http://schemas.microsoft.com/office/drawing/2014/main" id="{99F6020A-6B47-9C78-0D7C-EF55FAFEEDBA}"/>
              </a:ext>
            </a:extLst>
          </p:cNvPr>
          <p:cNvSpPr/>
          <p:nvPr/>
        </p:nvSpPr>
        <p:spPr>
          <a:xfrm>
            <a:off x="5562357" y="6172684"/>
            <a:ext cx="1067284" cy="536713"/>
          </a:xfrm>
          <a:prstGeom prst="flowChartTerminator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9CAFEF-20BA-4530-C75C-BCFCDF64DB7F}"/>
              </a:ext>
            </a:extLst>
          </p:cNvPr>
          <p:cNvCxnSpPr>
            <a:stCxn id="2" idx="2"/>
          </p:cNvCxnSpPr>
          <p:nvPr/>
        </p:nvCxnSpPr>
        <p:spPr>
          <a:xfrm>
            <a:off x="6096000" y="357217"/>
            <a:ext cx="0" cy="596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31C0BF-B8BB-6163-DE09-0F5DFDC616C9}"/>
              </a:ext>
            </a:extLst>
          </p:cNvPr>
          <p:cNvCxnSpPr>
            <a:stCxn id="5" idx="4"/>
          </p:cNvCxnSpPr>
          <p:nvPr/>
        </p:nvCxnSpPr>
        <p:spPr>
          <a:xfrm flipH="1">
            <a:off x="6095999" y="1646695"/>
            <a:ext cx="1" cy="679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AA088B-20B8-05DD-E906-6E23DE1FADA1}"/>
              </a:ext>
            </a:extLst>
          </p:cNvPr>
          <p:cNvCxnSpPr>
            <a:stCxn id="8" idx="2"/>
          </p:cNvCxnSpPr>
          <p:nvPr/>
        </p:nvCxnSpPr>
        <p:spPr>
          <a:xfrm>
            <a:off x="6095999" y="3300213"/>
            <a:ext cx="1" cy="675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086AC9-EA45-2CAE-5E29-A661A6BB217B}"/>
              </a:ext>
            </a:extLst>
          </p:cNvPr>
          <p:cNvCxnSpPr>
            <a:stCxn id="11" idx="2"/>
            <a:endCxn id="15" idx="1"/>
          </p:cNvCxnSpPr>
          <p:nvPr/>
        </p:nvCxnSpPr>
        <p:spPr>
          <a:xfrm>
            <a:off x="6096000" y="4512955"/>
            <a:ext cx="0" cy="643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5F5959-5CDF-6C04-97A9-F64006D5B426}"/>
              </a:ext>
            </a:extLst>
          </p:cNvPr>
          <p:cNvCxnSpPr>
            <a:stCxn id="15" idx="4"/>
            <a:endCxn id="16" idx="0"/>
          </p:cNvCxnSpPr>
          <p:nvPr/>
        </p:nvCxnSpPr>
        <p:spPr>
          <a:xfrm flipH="1">
            <a:off x="6095999" y="5768280"/>
            <a:ext cx="1" cy="404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33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>
            <a:extLst>
              <a:ext uri="{FF2B5EF4-FFF2-40B4-BE49-F238E27FC236}">
                <a16:creationId xmlns:a16="http://schemas.microsoft.com/office/drawing/2014/main" id="{F43958E8-C2F3-8337-165C-7A07C42731B4}"/>
              </a:ext>
            </a:extLst>
          </p:cNvPr>
          <p:cNvSpPr/>
          <p:nvPr/>
        </p:nvSpPr>
        <p:spPr>
          <a:xfrm>
            <a:off x="5489713" y="139148"/>
            <a:ext cx="1212574" cy="496957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AB6BBF3-84DE-28EF-C675-4C85765D94F1}"/>
              </a:ext>
            </a:extLst>
          </p:cNvPr>
          <p:cNvCxnSpPr>
            <a:stCxn id="2" idx="2"/>
          </p:cNvCxnSpPr>
          <p:nvPr/>
        </p:nvCxnSpPr>
        <p:spPr>
          <a:xfrm>
            <a:off x="6096000" y="636105"/>
            <a:ext cx="0" cy="318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a 4">
            <a:extLst>
              <a:ext uri="{FF2B5EF4-FFF2-40B4-BE49-F238E27FC236}">
                <a16:creationId xmlns:a16="http://schemas.microsoft.com/office/drawing/2014/main" id="{2B61D9E2-6F40-5A24-955F-7E53E3CB6FC9}"/>
              </a:ext>
            </a:extLst>
          </p:cNvPr>
          <p:cNvSpPr/>
          <p:nvPr/>
        </p:nvSpPr>
        <p:spPr>
          <a:xfrm>
            <a:off x="4326835" y="974035"/>
            <a:ext cx="3538330" cy="596348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number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AF5FD-A3C5-E5D1-F92A-41CFA60E6C48}"/>
              </a:ext>
            </a:extLst>
          </p:cNvPr>
          <p:cNvCxnSpPr>
            <a:stCxn id="5" idx="4"/>
          </p:cNvCxnSpPr>
          <p:nvPr/>
        </p:nvCxnSpPr>
        <p:spPr>
          <a:xfrm>
            <a:off x="6096000" y="1570383"/>
            <a:ext cx="0" cy="33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ecision 7">
            <a:extLst>
              <a:ext uri="{FF2B5EF4-FFF2-40B4-BE49-F238E27FC236}">
                <a16:creationId xmlns:a16="http://schemas.microsoft.com/office/drawing/2014/main" id="{B8852C70-7F39-A1E2-64C8-B3061C1B8811}"/>
              </a:ext>
            </a:extLst>
          </p:cNvPr>
          <p:cNvSpPr/>
          <p:nvPr/>
        </p:nvSpPr>
        <p:spPr>
          <a:xfrm>
            <a:off x="3829879" y="2007704"/>
            <a:ext cx="4532242" cy="775252"/>
          </a:xfrm>
          <a:prstGeom prst="flowChartDecisio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% 2== 0 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D2FAA9-7727-DBBA-A89B-787A85CC57F7}"/>
              </a:ext>
            </a:extLst>
          </p:cNvPr>
          <p:cNvCxnSpPr/>
          <p:nvPr/>
        </p:nvCxnSpPr>
        <p:spPr>
          <a:xfrm>
            <a:off x="5360504" y="2683565"/>
            <a:ext cx="0" cy="45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499F60-4620-897B-2FB6-61F9F667A2B5}"/>
              </a:ext>
            </a:extLst>
          </p:cNvPr>
          <p:cNvCxnSpPr/>
          <p:nvPr/>
        </p:nvCxnSpPr>
        <p:spPr>
          <a:xfrm>
            <a:off x="7454348" y="2584175"/>
            <a:ext cx="0" cy="556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ata 13">
            <a:extLst>
              <a:ext uri="{FF2B5EF4-FFF2-40B4-BE49-F238E27FC236}">
                <a16:creationId xmlns:a16="http://schemas.microsoft.com/office/drawing/2014/main" id="{D3106EE2-F5E0-F034-2BA5-1D7A2A2F7D7A}"/>
              </a:ext>
            </a:extLst>
          </p:cNvPr>
          <p:cNvSpPr/>
          <p:nvPr/>
        </p:nvSpPr>
        <p:spPr>
          <a:xfrm>
            <a:off x="3438940" y="3429000"/>
            <a:ext cx="2657060" cy="50689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“Even”</a:t>
            </a:r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CE43B2D7-B18E-3845-5656-EAFCFBD9E663}"/>
              </a:ext>
            </a:extLst>
          </p:cNvPr>
          <p:cNvSpPr/>
          <p:nvPr/>
        </p:nvSpPr>
        <p:spPr>
          <a:xfrm>
            <a:off x="6559826" y="3429000"/>
            <a:ext cx="2464904" cy="566530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“Odd”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48A864-69A0-BCF6-F77B-EA4B734AF19A}"/>
              </a:ext>
            </a:extLst>
          </p:cNvPr>
          <p:cNvSpPr txBox="1"/>
          <p:nvPr/>
        </p:nvSpPr>
        <p:spPr>
          <a:xfrm>
            <a:off x="7215809" y="3059668"/>
            <a:ext cx="1172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77F3A8-B186-07B5-F5B8-37709F011B07}"/>
              </a:ext>
            </a:extLst>
          </p:cNvPr>
          <p:cNvSpPr txBox="1"/>
          <p:nvPr/>
        </p:nvSpPr>
        <p:spPr>
          <a:xfrm>
            <a:off x="5009322" y="3059668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C0D8EF-5D6D-D496-7EE7-952B12A8373B}"/>
              </a:ext>
            </a:extLst>
          </p:cNvPr>
          <p:cNvCxnSpPr/>
          <p:nvPr/>
        </p:nvCxnSpPr>
        <p:spPr>
          <a:xfrm>
            <a:off x="5406887" y="3916017"/>
            <a:ext cx="0" cy="815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AE73DE-5DC4-BF89-DFF4-F800FF0342DA}"/>
              </a:ext>
            </a:extLst>
          </p:cNvPr>
          <p:cNvCxnSpPr/>
          <p:nvPr/>
        </p:nvCxnSpPr>
        <p:spPr>
          <a:xfrm>
            <a:off x="6838122" y="4035287"/>
            <a:ext cx="0" cy="715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rminator 22">
            <a:extLst>
              <a:ext uri="{FF2B5EF4-FFF2-40B4-BE49-F238E27FC236}">
                <a16:creationId xmlns:a16="http://schemas.microsoft.com/office/drawing/2014/main" id="{861D7200-C27D-B0BB-B51A-EAF42FA98761}"/>
              </a:ext>
            </a:extLst>
          </p:cNvPr>
          <p:cNvSpPr/>
          <p:nvPr/>
        </p:nvSpPr>
        <p:spPr>
          <a:xfrm>
            <a:off x="5049078" y="4750904"/>
            <a:ext cx="2126974" cy="655983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7562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>
            <a:extLst>
              <a:ext uri="{FF2B5EF4-FFF2-40B4-BE49-F238E27FC236}">
                <a16:creationId xmlns:a16="http://schemas.microsoft.com/office/drawing/2014/main" id="{ACF115BE-42DF-B860-81A9-DB3F736F34B8}"/>
              </a:ext>
            </a:extLst>
          </p:cNvPr>
          <p:cNvSpPr/>
          <p:nvPr/>
        </p:nvSpPr>
        <p:spPr>
          <a:xfrm>
            <a:off x="5430078" y="139148"/>
            <a:ext cx="1331843" cy="516834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055E4627-B7C3-9053-DE6E-BFCE8BF2B9B1}"/>
              </a:ext>
            </a:extLst>
          </p:cNvPr>
          <p:cNvSpPr/>
          <p:nvPr/>
        </p:nvSpPr>
        <p:spPr>
          <a:xfrm>
            <a:off x="3722204" y="934279"/>
            <a:ext cx="4747591" cy="1789043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 Menu</a:t>
            </a:r>
          </a:p>
          <a:p>
            <a:pPr marL="342900" indent="-342900" algn="ctr">
              <a:buAutoNum type="arabicPeriod"/>
            </a:pPr>
            <a:r>
              <a:rPr lang="en-US" dirty="0"/>
              <a:t>Add</a:t>
            </a:r>
          </a:p>
          <a:p>
            <a:pPr marL="342900" indent="-342900" algn="ctr">
              <a:buAutoNum type="arabicPeriod"/>
            </a:pPr>
            <a:r>
              <a:rPr lang="en-US" dirty="0"/>
              <a:t>Subtract</a:t>
            </a:r>
          </a:p>
          <a:p>
            <a:pPr algn="ctr"/>
            <a:r>
              <a:rPr lang="en-US" dirty="0"/>
              <a:t>3. Multiply</a:t>
            </a:r>
          </a:p>
          <a:p>
            <a:pPr algn="ctr"/>
            <a:r>
              <a:rPr lang="en-US" dirty="0"/>
              <a:t>4. Divide</a:t>
            </a:r>
          </a:p>
          <a:p>
            <a:pPr algn="ctr"/>
            <a:r>
              <a:rPr lang="en-US" dirty="0"/>
              <a:t>5. Exit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8CB7A0AB-EA30-9BFF-75D9-603C528B816C}"/>
              </a:ext>
            </a:extLst>
          </p:cNvPr>
          <p:cNvSpPr/>
          <p:nvPr/>
        </p:nvSpPr>
        <p:spPr>
          <a:xfrm>
            <a:off x="4237382" y="3101008"/>
            <a:ext cx="3717235" cy="655983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choice</a:t>
            </a:r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F2C7DF82-A93D-46D0-B9DD-B4F830451BA8}"/>
              </a:ext>
            </a:extLst>
          </p:cNvPr>
          <p:cNvSpPr/>
          <p:nvPr/>
        </p:nvSpPr>
        <p:spPr>
          <a:xfrm>
            <a:off x="4830417" y="4094922"/>
            <a:ext cx="2531165" cy="1371600"/>
          </a:xfrm>
          <a:prstGeom prst="flowChartDecisio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Choice = 5?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61B041E1-A96F-91F4-7CCE-08A12E8EF70F}"/>
              </a:ext>
            </a:extLst>
          </p:cNvPr>
          <p:cNvSpPr/>
          <p:nvPr/>
        </p:nvSpPr>
        <p:spPr>
          <a:xfrm>
            <a:off x="9024730" y="4591878"/>
            <a:ext cx="1689653" cy="516835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F997E8F1-4AD2-4A85-4DFC-EE33B1C81F6E}"/>
              </a:ext>
            </a:extLst>
          </p:cNvPr>
          <p:cNvSpPr/>
          <p:nvPr/>
        </p:nvSpPr>
        <p:spPr>
          <a:xfrm>
            <a:off x="1908313" y="5128591"/>
            <a:ext cx="2922104" cy="1510748"/>
          </a:xfrm>
          <a:prstGeom prst="flowChartDecisio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Choice 1-4?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FA5E0A-9384-87FC-5862-C2464596E8E4}"/>
              </a:ext>
            </a:extLst>
          </p:cNvPr>
          <p:cNvCxnSpPr>
            <a:stCxn id="2" idx="2"/>
          </p:cNvCxnSpPr>
          <p:nvPr/>
        </p:nvCxnSpPr>
        <p:spPr>
          <a:xfrm>
            <a:off x="6096000" y="655982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85EB4F-E481-CB6F-2DF2-9EB5F406411E}"/>
              </a:ext>
            </a:extLst>
          </p:cNvPr>
          <p:cNvCxnSpPr>
            <a:stCxn id="3" idx="4"/>
          </p:cNvCxnSpPr>
          <p:nvPr/>
        </p:nvCxnSpPr>
        <p:spPr>
          <a:xfrm>
            <a:off x="6096000" y="2723322"/>
            <a:ext cx="0" cy="258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C40763-AC23-346C-1003-ADF253F5D327}"/>
              </a:ext>
            </a:extLst>
          </p:cNvPr>
          <p:cNvCxnSpPr>
            <a:stCxn id="6" idx="4"/>
          </p:cNvCxnSpPr>
          <p:nvPr/>
        </p:nvCxnSpPr>
        <p:spPr>
          <a:xfrm>
            <a:off x="6096000" y="3756991"/>
            <a:ext cx="0" cy="258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D24F14-ED5F-26E2-6254-E0FB582517F0}"/>
              </a:ext>
            </a:extLst>
          </p:cNvPr>
          <p:cNvCxnSpPr/>
          <p:nvPr/>
        </p:nvCxnSpPr>
        <p:spPr>
          <a:xfrm flipH="1">
            <a:off x="4253948" y="4929809"/>
            <a:ext cx="715617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DB4329-4ACF-A3D7-326E-A5B7FB5F816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361582" y="4780722"/>
            <a:ext cx="1663148" cy="69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9C04EC-2962-AEBD-15D2-BE201E19D357}"/>
              </a:ext>
            </a:extLst>
          </p:cNvPr>
          <p:cNvSpPr txBox="1"/>
          <p:nvPr/>
        </p:nvSpPr>
        <p:spPr>
          <a:xfrm rot="258593">
            <a:off x="7991061" y="4492486"/>
            <a:ext cx="97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6C5482-708E-F1F5-FFD8-D5E45FCD3312}"/>
              </a:ext>
            </a:extLst>
          </p:cNvPr>
          <p:cNvSpPr txBox="1"/>
          <p:nvPr/>
        </p:nvSpPr>
        <p:spPr>
          <a:xfrm rot="20041574">
            <a:off x="4253947" y="4810540"/>
            <a:ext cx="616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DF646-83A5-CB7F-899B-74E32D16D0C9}"/>
              </a:ext>
            </a:extLst>
          </p:cNvPr>
          <p:cNvSpPr txBox="1"/>
          <p:nvPr/>
        </p:nvSpPr>
        <p:spPr>
          <a:xfrm>
            <a:off x="178904" y="397565"/>
            <a:ext cx="361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Flowchart – Meu and Input</a:t>
            </a:r>
          </a:p>
        </p:txBody>
      </p:sp>
    </p:spTree>
    <p:extLst>
      <p:ext uri="{BB962C8B-B14F-4D97-AF65-F5344CB8AC3E}">
        <p14:creationId xmlns:p14="http://schemas.microsoft.com/office/powerpoint/2010/main" val="67029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0121-8F28-BE85-CE2D-24C2D32A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340299-2B8B-96B1-85B9-F0D784589084}"/>
              </a:ext>
            </a:extLst>
          </p:cNvPr>
          <p:cNvCxnSpPr/>
          <p:nvPr/>
        </p:nvCxnSpPr>
        <p:spPr>
          <a:xfrm flipH="1">
            <a:off x="2484783" y="1431235"/>
            <a:ext cx="2445026" cy="109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D8C5CD-1CC1-3023-D0E8-E1F51FAB8505}"/>
              </a:ext>
            </a:extLst>
          </p:cNvPr>
          <p:cNvCxnSpPr/>
          <p:nvPr/>
        </p:nvCxnSpPr>
        <p:spPr>
          <a:xfrm flipH="1">
            <a:off x="4532243" y="1669774"/>
            <a:ext cx="834887" cy="755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E2D0B5-6D4A-2A18-903D-D3C36DD20125}"/>
              </a:ext>
            </a:extLst>
          </p:cNvPr>
          <p:cNvCxnSpPr/>
          <p:nvPr/>
        </p:nvCxnSpPr>
        <p:spPr>
          <a:xfrm>
            <a:off x="5665304" y="1948070"/>
            <a:ext cx="0" cy="57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E05587-107B-6287-AC5B-19086F466064}"/>
              </a:ext>
            </a:extLst>
          </p:cNvPr>
          <p:cNvCxnSpPr/>
          <p:nvPr/>
        </p:nvCxnSpPr>
        <p:spPr>
          <a:xfrm>
            <a:off x="6679095" y="1431234"/>
            <a:ext cx="1033670" cy="1073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D1ED41-B8AF-80B8-CC21-8153C5B04AFD}"/>
              </a:ext>
            </a:extLst>
          </p:cNvPr>
          <p:cNvCxnSpPr/>
          <p:nvPr/>
        </p:nvCxnSpPr>
        <p:spPr>
          <a:xfrm flipH="1">
            <a:off x="7633252" y="3081130"/>
            <a:ext cx="536713" cy="546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0B7077-521F-DA9B-68FE-97241E29AA11}"/>
              </a:ext>
            </a:extLst>
          </p:cNvPr>
          <p:cNvCxnSpPr/>
          <p:nvPr/>
        </p:nvCxnSpPr>
        <p:spPr>
          <a:xfrm>
            <a:off x="9104243" y="3160643"/>
            <a:ext cx="178905" cy="516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0C4CC8-FF5F-5536-6F0A-1A2650A272DC}"/>
              </a:ext>
            </a:extLst>
          </p:cNvPr>
          <p:cNvCxnSpPr/>
          <p:nvPr/>
        </p:nvCxnSpPr>
        <p:spPr>
          <a:xfrm>
            <a:off x="8547652" y="4472608"/>
            <a:ext cx="0" cy="198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BFFF88-C870-EC60-947C-BBEA2622B291}"/>
              </a:ext>
            </a:extLst>
          </p:cNvPr>
          <p:cNvCxnSpPr/>
          <p:nvPr/>
        </p:nvCxnSpPr>
        <p:spPr>
          <a:xfrm>
            <a:off x="1331843" y="3140765"/>
            <a:ext cx="2325757" cy="1948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4F1639-1B16-25D1-D90D-EC216F89B51E}"/>
              </a:ext>
            </a:extLst>
          </p:cNvPr>
          <p:cNvCxnSpPr/>
          <p:nvPr/>
        </p:nvCxnSpPr>
        <p:spPr>
          <a:xfrm>
            <a:off x="3200400" y="3140765"/>
            <a:ext cx="815009" cy="1530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2CD70EE-6830-1FF8-33BC-C13FE971BD82}"/>
              </a:ext>
            </a:extLst>
          </p:cNvPr>
          <p:cNvCxnSpPr/>
          <p:nvPr/>
        </p:nvCxnSpPr>
        <p:spPr>
          <a:xfrm>
            <a:off x="4850296" y="3160643"/>
            <a:ext cx="0" cy="1530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ata 41">
            <a:extLst>
              <a:ext uri="{FF2B5EF4-FFF2-40B4-BE49-F238E27FC236}">
                <a16:creationId xmlns:a16="http://schemas.microsoft.com/office/drawing/2014/main" id="{1CFE6548-6A35-A5CD-8B4A-6447144BE87F}"/>
              </a:ext>
            </a:extLst>
          </p:cNvPr>
          <p:cNvSpPr/>
          <p:nvPr/>
        </p:nvSpPr>
        <p:spPr>
          <a:xfrm>
            <a:off x="4774096" y="159027"/>
            <a:ext cx="2643808" cy="502918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num1, num2</a:t>
            </a:r>
          </a:p>
        </p:txBody>
      </p:sp>
      <p:sp>
        <p:nvSpPr>
          <p:cNvPr id="44" name="Decision 43">
            <a:extLst>
              <a:ext uri="{FF2B5EF4-FFF2-40B4-BE49-F238E27FC236}">
                <a16:creationId xmlns:a16="http://schemas.microsoft.com/office/drawing/2014/main" id="{8819D5A5-A8C2-00A6-4C61-405C1835FB53}"/>
              </a:ext>
            </a:extLst>
          </p:cNvPr>
          <p:cNvSpPr/>
          <p:nvPr/>
        </p:nvSpPr>
        <p:spPr>
          <a:xfrm>
            <a:off x="4890052" y="795130"/>
            <a:ext cx="2206487" cy="914400"/>
          </a:xfrm>
          <a:prstGeom prst="flowChartDecisio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choice?</a:t>
            </a:r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0965117C-E640-072E-BD0C-4F3E843F01E9}"/>
              </a:ext>
            </a:extLst>
          </p:cNvPr>
          <p:cNvSpPr/>
          <p:nvPr/>
        </p:nvSpPr>
        <p:spPr>
          <a:xfrm>
            <a:off x="198783" y="2604052"/>
            <a:ext cx="2385391" cy="496957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 = num1+ num2</a:t>
            </a:r>
          </a:p>
        </p:txBody>
      </p:sp>
      <p:sp>
        <p:nvSpPr>
          <p:cNvPr id="46" name="Process 45">
            <a:extLst>
              <a:ext uri="{FF2B5EF4-FFF2-40B4-BE49-F238E27FC236}">
                <a16:creationId xmlns:a16="http://schemas.microsoft.com/office/drawing/2014/main" id="{8143CFCD-6172-5D06-C28A-19B1F636B756}"/>
              </a:ext>
            </a:extLst>
          </p:cNvPr>
          <p:cNvSpPr/>
          <p:nvPr/>
        </p:nvSpPr>
        <p:spPr>
          <a:xfrm>
            <a:off x="2663687" y="2584174"/>
            <a:ext cx="2266122" cy="516834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 = num1-num2</a:t>
            </a:r>
          </a:p>
        </p:txBody>
      </p:sp>
      <p:sp>
        <p:nvSpPr>
          <p:cNvPr id="47" name="Process 46">
            <a:extLst>
              <a:ext uri="{FF2B5EF4-FFF2-40B4-BE49-F238E27FC236}">
                <a16:creationId xmlns:a16="http://schemas.microsoft.com/office/drawing/2014/main" id="{9455C6AA-7A2E-A738-9B4B-45F928DDACE9}"/>
              </a:ext>
            </a:extLst>
          </p:cNvPr>
          <p:cNvSpPr/>
          <p:nvPr/>
        </p:nvSpPr>
        <p:spPr>
          <a:xfrm>
            <a:off x="5009321" y="2604052"/>
            <a:ext cx="2405269" cy="496957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 = num1*num2</a:t>
            </a:r>
          </a:p>
        </p:txBody>
      </p:sp>
      <p:sp>
        <p:nvSpPr>
          <p:cNvPr id="52" name="Decision 51">
            <a:extLst>
              <a:ext uri="{FF2B5EF4-FFF2-40B4-BE49-F238E27FC236}">
                <a16:creationId xmlns:a16="http://schemas.microsoft.com/office/drawing/2014/main" id="{42550982-8E0A-AAA0-0C3A-92BADB860798}"/>
              </a:ext>
            </a:extLst>
          </p:cNvPr>
          <p:cNvSpPr/>
          <p:nvPr/>
        </p:nvSpPr>
        <p:spPr>
          <a:xfrm>
            <a:off x="7513983" y="2365513"/>
            <a:ext cx="2504660" cy="914401"/>
          </a:xfrm>
          <a:prstGeom prst="flowChartDecisio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Num2= 0?</a:t>
            </a:r>
          </a:p>
        </p:txBody>
      </p:sp>
      <p:sp>
        <p:nvSpPr>
          <p:cNvPr id="56" name="Data 55">
            <a:extLst>
              <a:ext uri="{FF2B5EF4-FFF2-40B4-BE49-F238E27FC236}">
                <a16:creationId xmlns:a16="http://schemas.microsoft.com/office/drawing/2014/main" id="{CF9F4119-D33A-EF6E-464B-2261DEF5C41B}"/>
              </a:ext>
            </a:extLst>
          </p:cNvPr>
          <p:cNvSpPr/>
          <p:nvPr/>
        </p:nvSpPr>
        <p:spPr>
          <a:xfrm>
            <a:off x="5506278" y="3737113"/>
            <a:ext cx="2981740" cy="655982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“Cannot divide by zero”</a:t>
            </a:r>
          </a:p>
        </p:txBody>
      </p:sp>
      <p:sp>
        <p:nvSpPr>
          <p:cNvPr id="57" name="Data 56">
            <a:extLst>
              <a:ext uri="{FF2B5EF4-FFF2-40B4-BE49-F238E27FC236}">
                <a16:creationId xmlns:a16="http://schemas.microsoft.com/office/drawing/2014/main" id="{EE09AAA2-E5E7-CDBB-93C3-8D19ACD3D3AE}"/>
              </a:ext>
            </a:extLst>
          </p:cNvPr>
          <p:cNvSpPr/>
          <p:nvPr/>
        </p:nvSpPr>
        <p:spPr>
          <a:xfrm>
            <a:off x="8368747" y="3737112"/>
            <a:ext cx="3438939" cy="675861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 = num1 / num2</a:t>
            </a:r>
          </a:p>
        </p:txBody>
      </p:sp>
      <p:sp>
        <p:nvSpPr>
          <p:cNvPr id="58" name="Data 57">
            <a:extLst>
              <a:ext uri="{FF2B5EF4-FFF2-40B4-BE49-F238E27FC236}">
                <a16:creationId xmlns:a16="http://schemas.microsoft.com/office/drawing/2014/main" id="{79CD4861-F8A4-9FE3-5FE0-C8C1DDD13E2D}"/>
              </a:ext>
            </a:extLst>
          </p:cNvPr>
          <p:cNvSpPr/>
          <p:nvPr/>
        </p:nvSpPr>
        <p:spPr>
          <a:xfrm>
            <a:off x="3419060" y="4750904"/>
            <a:ext cx="5645427" cy="1053548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 result  Return to Menu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3060C3-742B-8A08-CEBB-5281739E49F7}"/>
              </a:ext>
            </a:extLst>
          </p:cNvPr>
          <p:cNvSpPr txBox="1"/>
          <p:nvPr/>
        </p:nvSpPr>
        <p:spPr>
          <a:xfrm>
            <a:off x="178904" y="198782"/>
            <a:ext cx="2862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Flowchart – Operations after the user enters two numbers</a:t>
            </a:r>
          </a:p>
        </p:txBody>
      </p:sp>
    </p:spTree>
    <p:extLst>
      <p:ext uri="{BB962C8B-B14F-4D97-AF65-F5344CB8AC3E}">
        <p14:creationId xmlns:p14="http://schemas.microsoft.com/office/powerpoint/2010/main" val="731102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127</Words>
  <Application>Microsoft Macintosh PowerPoint</Application>
  <PresentationFormat>Widescreen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Franciscato</dc:creator>
  <cp:lastModifiedBy>Gabriela Franciscato</cp:lastModifiedBy>
  <cp:revision>2</cp:revision>
  <dcterms:created xsi:type="dcterms:W3CDTF">2026-10-07T16:42:56Z</dcterms:created>
  <dcterms:modified xsi:type="dcterms:W3CDTF">2026-10-07T18:14:33Z</dcterms:modified>
</cp:coreProperties>
</file>